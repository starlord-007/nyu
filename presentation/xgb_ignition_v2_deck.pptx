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2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Model architecture and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DE6F0"/>
                </a:solidFill>
                <a:latin typeface="Calibri"/>
              </a:rPr>
              <a:t>Why XGBoost on a literature-aggregated combustion database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949440" cy="3442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0058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Justifications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417320"/>
            <a:ext cx="45262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Tabular + non-linear interactions (O2, pressure,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gravity, flow, material) -&gt; gradient-boosted trees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dominate this regime.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Native NaN handling lets predictors that are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physically inapplicable (e.g. core_diameter on a flat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sample) be 'missing' = information, not noise.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Tree splits are scale-invariant -&gt; we only need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consistent units across rows, no log / standardise.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L1/L2 + row/col subsampling + scale_pos_weight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= neg/pos = 0.347 controls overfitting on ~4.5k rows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while focusing gradient on the minority no-ignition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class (24 % of data).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Post-ignition columns (Flame Length, FSR, HRR,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Smoke) dropped -&gt; no target leakage.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DOI kept as a grouping key so we can validate 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unseen experimental campaigns, not just unseen rows.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Cleaning collapses unit / case / typo variants: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'21%' = '0.21', 'Flat' = 'flat',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'Open Flame' = 'open flame'.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Calibri"/>
              </a:rPr>
              <a:t>XGBoost ignition classifier - database_xgb.csv (4 449 clean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A7A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2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Headline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DE6F0"/>
                </a:solidFill>
                <a:latin typeface="Calibri"/>
              </a:rPr>
              <a:t>80/20 stratified hold-out + 5-fold cross-validation</a:t>
            </a:r>
          </a:p>
        </p:txBody>
      </p:sp>
      <p:pic>
        <p:nvPicPr>
          <p:cNvPr id="6" name="Picture 5" descr="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881360" cy="4355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Reading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155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ROC-AUC = 0.90 on a stratified hold-out -&gt; for ~9 out of 10 randomly chosen (ignition, no-ignition) pairs the model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scores the igniting case higher. Stratified 5-fold CV confirms it (0.903 +/- 0.004), so the hold-out result is not lucky.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PR-AUC = 0.96 is the more honest figure under our 74/26 class imbalance: even when we slide along the precision/recall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curve, average precision stays near-perfect because true ignitions are densely concentrated at high model scores.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Default-threshold F1 = 0.87 jumps to 0.89 once we move the decision boundary from 0.5 to 0.25, which is exactly what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  we expect after down-weighting the majority class (scale_pos_weight = 0.347 deflates positive scores).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1F1F"/>
                </a:solidFill>
                <a:latin typeface="Calibri"/>
              </a:rPr>
              <a:t>* Over v1 (database.csv) every metric improves and the stratified-CV std halves, consistent with ~60 % more clean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Calibri"/>
              </a:rPr>
              <a:t>XGBoost ignition classifier - database_xgb.csv (4 449 clean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A7A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2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Ranking quality: ROC and Precision-Recall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DE6F0"/>
                </a:solidFill>
                <a:latin typeface="Calibri"/>
              </a:rPr>
              <a:t>How discriminative is the predicted probability?</a:t>
            </a:r>
          </a:p>
        </p:txBody>
      </p:sp>
      <p:pic>
        <p:nvPicPr>
          <p:cNvPr id="6" name="Picture 5" descr="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7772400" cy="3115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960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70332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ROC curve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Hugs the top-left corner: at 80 % recall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on ignition the false-positive rate on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no-ignition stays under ~20 %.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The curve is symmetric: the model is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equally good at ranking ignitions up and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no-ignitions down - no class is being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ignored.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PR curve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Average precision = 0.96, well above the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baseline 0.74 (positive prevalence).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Precision stays &gt;= 0.90 up to recall ~0.90,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which is the operating regime we care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about: avoid false 'ignites' in safety-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critical screening.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The PR view is the right one here because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ROC-AUC over-rewards rejecting easy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negatives when the positive class is the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majority - PR is the realistic metric.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Calibri"/>
              </a:rPr>
              <a:t>XGBoost ignition classifier - database_xgb.csv (4 449 clean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A7A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2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Operating point: confusion matrices and threshold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DE6F0"/>
                </a:solidFill>
                <a:latin typeface="Calibri"/>
              </a:rPr>
              <a:t>Default 0.5 vs F1-optimal 0.25 -- precision/recall trade-off</a:t>
            </a:r>
          </a:p>
        </p:txBody>
      </p:sp>
      <p:pic>
        <p:nvPicPr>
          <p:cNvPr id="6" name="Picture 5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7680960" cy="36541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9601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Why two thresholds?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371600"/>
            <a:ext cx="3749039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Threshold 0.50 (default)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Recall on no-ignition = 0.83 (190/229),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recall on ignition = 0.81 (537/661).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Accuracy 82 %, F1 = 0.87.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Bias caused by scale_pos_weight: the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model deflates positive scores, so 0.5 is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too conservative for the majority class.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Threshold 0.25 (F1-optimal)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Ignition recall jumps to 0.92 (605/661);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no-ignition recall drops to 0.60 (137/229).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Best F1 = 0.89, accuracy 83 %.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Pick the threshold to your cost: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Safety screening: keep a low threshold -&gt;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high ignition recall, accept some false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positives.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Material-down-selection: raise the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threshold to maximise precision on the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'no-ignition' (safe)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Calibri"/>
              </a:rPr>
              <a:t>XGBoost ignition classifier - database_xgb.csv (4 449 clean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A7A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2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Feature importance: physics vs memorisation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DE6F0"/>
                </a:solidFill>
                <a:latin typeface="Calibri"/>
              </a:rPr>
              <a:t>Gain-based importances on the one-hot expanded feature space</a:t>
            </a:r>
          </a:p>
        </p:txBody>
      </p:sp>
      <p:pic>
        <p:nvPicPr>
          <p:cNvPr id="6" name="Picture 5" descr="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7680960" cy="4165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9601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What the model is using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371600"/>
            <a:ext cx="3749039" cy="521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Rig identity dominates (red bars)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FLARE, GIFFTS, HOI test apparatus, SJ-10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satellite, NASA Glenn ZGF together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account for ~25 % of total gain.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This is partly real (each rig has its own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flow / radiative environment) and partly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memorisation of campaign-specific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conditions -&gt; see slide 6.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Physical drivers (blue bars)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Material family: Kimwipes (cellulosic),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PMMA, PDMS, Kapton, NiCr/ETFE wire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composites - matches combustion intuition.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Geometry = Flat is a strong split (flat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samples behave differently than wires).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outer_diameter_mm, sample_dim_mean_mm,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ignition_time_s - all are first-order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ignition-energy proxies.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flow_direction = Quiescent captures the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no-flow micro-g regime where opposed-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flow ignition rules don't apply.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Calibri"/>
              </a:rPr>
              <a:t>XGBoost ignition classifier - database_xgb.csv (4 449 clean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A7A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C2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honest generalisation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DE6F0"/>
                </a:solidFill>
                <a:latin typeface="Calibri"/>
              </a:rPr>
              <a:t>Random folds (0.90) vs Group-by-DOI folds (0.68)</a:t>
            </a:r>
          </a:p>
        </p:txBody>
      </p:sp>
      <p:pic>
        <p:nvPicPr>
          <p:cNvPr id="6" name="Picture 5" descr="cv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7680960" cy="3773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9601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Why the gap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371600"/>
            <a:ext cx="3749039" cy="521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Gap = 0.22 ROC-AUC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Stratified random CV mixes rows from the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same paper across train and test folds.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XGBoost can latch onto rig-specific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fingerprints (rare flow speeds, fixed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ignition powers, characteristic material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cocktails) and 'memorise' them.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GroupKFold holds out entire papers/DOIs: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this rig-fingerprint shortcut disappears,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exposing how much true physics the model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learnt.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What to quote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For a NEW row from a KNOWN rig: 0.90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ROC-AUC is realistic.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For a NEW rig / NEW campaign: 0.68 +/-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0.10 ROC-AUC is the honest expectation.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Paths to close the gap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Collect more diverse sources (more rigs).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Per-rig calibration / mixed-effects layer.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* Domain-adversarial training to make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1F1F"/>
                </a:solidFill>
                <a:latin typeface="Calibri"/>
              </a:rPr>
              <a:t>  representations rig-invariant.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Calibri"/>
              </a:rPr>
              <a:t>XGBoost ignition classifier - database_xgb.csv (4 449 clean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A7A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